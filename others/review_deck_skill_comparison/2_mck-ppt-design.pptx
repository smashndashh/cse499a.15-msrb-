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243230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Resource-Efficient Neural</a:t>
            </a:r>
            <a:br/>
            <a:r>
              <a:rPr>
                <a:ea typeface="KaiTi"/>
              </a:rPr>
              <a:t>Architectures for Post-Disaster</a:t>
            </a:r>
            <a:br/>
            <a:r>
              <a:rPr>
                <a:ea typeface="KaiTi"/>
              </a:rPr>
              <a:t>Damage Assessment and</a:t>
            </a:r>
            <a:br/>
            <a:r>
              <a:rPr>
                <a:ea typeface="KaiTi"/>
              </a:rPr>
              <a:t>Rescue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CSE499B review: from 499A's VLM to an offline triage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28032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Section 15 · Group 5 · NSU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October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Responders need counts, fast and offline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Goal: count from pixels, reason in language, run offline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Count, don't guess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VLM-only counting fell 10.62 pts below base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Find the rare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0.33% of pixels; IoU 0.17; ~4 of 5 calls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Run where responders 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No internet: Gemini today; 7B is ~15 GB FP16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CSE499A final report (Group 5, 2026); DisasterM3 (Wang et al., 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499A rebuilt DisasterM3 on one free T4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Four-phase pipeline from the 499A final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3200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Data prep: 92,968 entries; 55,764 text-task samples kept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QLoRA: Qwen2.5-VL-7B, 4-bit, one T4, 217 steps, 11 sessions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vLLM eval: merged FP16 on 2× T4; 6 MCQ tasks, ~13,000 items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Hybrid triage: U-Net counts; U-Net crops give the VLM zoomed 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5943600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539496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Modules: DisasTeller (CrewAI, EMS-98, Gemini) · DisasterVQA (500 Qs) · VRT 4× SR (3 images)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188720"/>
            <a:ext cx="4510735" cy="38404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3108960"/>
            <a:ext cx="4510735" cy="635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01632" y="1188720"/>
            <a:ext cx="6350" cy="384048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926080"/>
            <a:ext cx="4510735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Arial"/>
              </a:defRPr>
            </a:pPr>
            <a:r>
              <a:rPr>
                <a:ea typeface="KaiTi"/>
              </a:rPr>
              <a:t>[ Fig. 1: 499A four-phase architecture (paste from the final report)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CSE499A final report; Bai et al. (2025); Dettmers et al.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Fine-tuning helped; the VLM can't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98281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31.39% avg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DisasterM3 six-task average; base model 31.2%, paper's 4× H100 model 40.4%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165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+11.69 pts BBR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5163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283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Bearing Body Recognition gain over the base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54049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−10.62 pts BDC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047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Building Damage Counting: the VLM alone cannot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171" y="1280160"/>
            <a:ext cx="2545003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81933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051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91.18% VQA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0931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051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DisasterVQA binary accuracy, tying GPT-4.1-mini with no extra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CSE499A final report; DisasterVQA (Al-Mohannadi et al., 2026)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U-Net baseline: Destroyed IoU is 0.17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Background 0.9255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572768"/>
            <a:ext cx="6858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572768"/>
            <a:ext cx="6377940" cy="365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46304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93%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Intact 0.4926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67128"/>
            <a:ext cx="6858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167128"/>
            <a:ext cx="3360420" cy="365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05740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Damaged 0.2636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761488"/>
            <a:ext cx="6858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761488"/>
            <a:ext cx="1783080" cy="365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65176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 0.1658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355848"/>
            <a:ext cx="6858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355848"/>
            <a:ext cx="1165860" cy="36576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4612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Weakest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 IoU 0.1658 (mIoU 0.4619); trained for $0 on one free 16 GB 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499A U-Net, ResNet-34, CE + Dice, resized to 512; IoU (%) on 645 validation 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Four gaps remain; fix segmentation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98281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Spatial blindness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At most 512 vision tokens per image on a T4; counting fell to 23.58%, below the base model's 34.2%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165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563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Weak U-Net stage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3723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6563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 is 0.33% of pixels, absent from 63% of images; Destroyed IoU 0.166 at 0.18 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54049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Cloud dependency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61607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DisasTeller's vision agent calls the Gemini API, so reports stop where the network is down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1933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331" y="2011680"/>
            <a:ext cx="227068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Too big for field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491" y="2468880"/>
            <a:ext cx="199636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331" y="2651760"/>
            <a:ext cx="2270683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Merged 7B model is about 15 GB in FP16; field laptops need a model that fits in roughly 6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CSE499A final report, limitations; dataset audit (A1). Every count, collage and heatmap inherits the U-Net's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Each gap gets one measurable key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Key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O1 Spatial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Gate: mIoU&gt;0.52, Destroyed IoU&gt;0.30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Sprint done; runs under 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O2 Ground the VLM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Hybrid counting beats base 34.2% (BDC)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Planned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O3 Offline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DisasTeller on our Qwen, no 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Planned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O4 Edge-sized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Distilled 3B fits ~6 GB; vs 7B per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Notebooks prepared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O2 re-scores all six tasks; O3 returns a report, damage map, counts and survivability heatmap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Phase Gate from team_task_assignments.md; 499A future-work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Sprint changed one variable per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What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A · Data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Aryan Sami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Sampler 10×/5×; copy-paste; 10-epoch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B ·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Tamanna Akter Mou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U-Net++, scSE, DeepLabV3+, MA-Net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C · Loss &amp; backbone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Abdullah Al Noman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FT loss, FT→Lovász, ResNet-50, EffNet-B4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D · 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Ridita Afrin Riya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512/768 crops; TTA; sliding window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Notes: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Baseline: U-Net, ResNet-34, CE+Dice, 512 resize; mIoU 0.4619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One variable per run, so each gain has a known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Lead (Abrar): plan, results audit, champion protocol D4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team_task_assignments.md; Ablation_Study_Reference_and_QA_Prep.md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Sampler gave the clearest Destroyed 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IoU × 1000, 645 val images (398 = 0.398)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mIoU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539496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28900" y="2265152"/>
            <a:ext cx="320040" cy="31298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3180" y="203655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4660" y="4687215"/>
            <a:ext cx="320040" cy="707745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8940" y="445861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44068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Shuffle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6420" y="2210105"/>
            <a:ext cx="320040" cy="318485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0700" y="1981505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2180" y="4592849"/>
            <a:ext cx="320040" cy="802111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6460" y="436424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44068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Sampler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3940" y="2233697"/>
            <a:ext cx="320040" cy="316126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8220" y="200509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700" y="4647896"/>
            <a:ext cx="320040" cy="7470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3980" y="441929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544068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Paste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Leak-free copy-paste was neutral and pasted at 2× scale; R2 re-tests it 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Track A notebooks (10-epoch screens), notebook-verified; Paste = copy-paste, leak-free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768 crops beat 512 by 65% Destroyed IoU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IoU × 1000, 645 val images (398 = 0.398)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mIoU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539496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28900" y="2478786"/>
            <a:ext cx="320040" cy="291617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3180" y="225018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4660" y="4693768"/>
            <a:ext cx="320040" cy="70119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8940" y="4465168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44068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Crop 512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6420" y="2275637"/>
            <a:ext cx="320040" cy="311932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00700" y="204703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476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2180" y="4235044"/>
            <a:ext cx="320040" cy="1159916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66460" y="400644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44068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Crop 768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3940" y="2183892"/>
            <a:ext cx="320040" cy="32110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8220" y="195529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700" y="4117086"/>
            <a:ext cx="320040" cy="127787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3980" y="388848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5440680"/>
            <a:ext cx="301752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768+TTA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TTA added 0.004–0.015 mIoU free; random-crop scores, so D4 now scores native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Track D notebooks; 40 epochs, CE + Dice, ResNet-34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Focal Tversky loss was the biggest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IoU × 1000, 645 val images (398 = 0.398)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mIoU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539496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20" y="2367382"/>
            <a:ext cx="320040" cy="302757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138782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4307129"/>
            <a:ext cx="320040" cy="1087831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407852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440680"/>
            <a:ext cx="15087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B1 U-Net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504999"/>
            <a:ext cx="320040" cy="2889961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276399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441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4536491"/>
            <a:ext cx="320040" cy="858469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307891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440680"/>
            <a:ext cx="15087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B2 U++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740914"/>
            <a:ext cx="320040" cy="265404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51231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4792066"/>
            <a:ext cx="320040" cy="60289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56346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440680"/>
            <a:ext cx="15087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B4 DLV3+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00403"/>
            <a:ext cx="320040" cy="3394557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771803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3710788"/>
            <a:ext cx="320040" cy="168417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482188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440680"/>
            <a:ext cx="15087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C2 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967637"/>
            <a:ext cx="320040" cy="3427323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739037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3612490"/>
            <a:ext cx="320040" cy="1782470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38389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440680"/>
            <a:ext cx="15087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C4 +Lov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1921764"/>
            <a:ext cx="320040" cy="347319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169316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3566618"/>
            <a:ext cx="320040" cy="182834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3338018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440680"/>
            <a:ext cx="15087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C5 +R50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FT alone +0.056 mIoU; C5 passes mIoU 0.52 (0.5296), misses Destroyed 0.30 (0.279)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Tracks B and C notebooks; resized 512; ResNet-34 unless noted; Abraham &amp; Khan (2019); Berman et al. (2018)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Audit forced one protocol for every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What the audit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Three scoring setups: resize, random crop, 10-ep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One copy-paste run used validation cut-outs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Architecture runs also changed batch and lr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Checkpoints picked on the reporting set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One seed per run: +0.002 is within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The E-protocol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Same 645 images, full native resolution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One confusion matrix: IoU, P, R, F1, F2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Last epoch reported; val never picks it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Seed-noise bar from R1 vs R6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Old checkpoints re-scored (E0)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Also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Summary table rebuilt from the notebooks' saved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Ablation_Study_Reference_and_QA_Prep.md, Errata; D4_champion_model.ipynb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R1 sets the bar; seed noise is 0.0028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E0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Re-score B1–B5, no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Done; B1 reproduced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Best sprint recipe, native 768 crops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0.5374 / 0.2686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61772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R1 with seed 7 (noise check)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617720"/>
            <a:ext cx="2194560" cy="14173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0.5402 / 0.2815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03504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Gate so far: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Gains below |R1 − R6| = 0.0028 mIoU are chance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Gate: mIoU passes (0.544 with TTA)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Destroyed misses: 0.284, needs 0.30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Champion_Task D4 results; scores are mIoU / Destroyed IoU without TTA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Five runs test one change; R7 keeps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Change vs 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Copy-paste, fixed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Targets Destroyed; sprint test flawed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4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FT 0.25 / 0.75 / 1.33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Missed rubble costs more than alarms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545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Running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07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U-Net++ decoder, same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Sprint test changed 3 things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307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Running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3683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Sampler 10× / 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63% of images lack destroyed pixels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011" y="4069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Running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831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13683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Lighting, contrast, warping aug.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5847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Planned but never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011" y="4831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Running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593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3683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Changes beating R1 by &gt;0.0028, + TTA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Every count and report uses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011" y="5593080"/>
            <a:ext cx="2682163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After R2–R8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D4_champion_model.ipynb run plan; R7 also must not lower Destroyed IoU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Ground the VLM, then shrink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54298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54298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52929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Resolution unlocking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Lift the 512-token cap at inference; D4 drove the −10.62, −3.06, −1.40 drops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280160"/>
            <a:ext cx="3454298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280160"/>
            <a:ext cx="3454298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0107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Textual bridge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4458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Give the VLM U-Net counts, damaged share, quadrants as text; vs 34.2% BDC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5876" y="1280160"/>
            <a:ext cx="3454298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5876" y="1280160"/>
            <a:ext cx="3454298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7285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7B → 3B distillation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1636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7B teacher writes rationales; 3B student fits ~6 GB; runs 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CSE499A final presentation, future work; Kim &amp; Rush (2016)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One offline pipeline, image to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89699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Image + VRT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Post-disaster image; optional 4× super-resolution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9507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1259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41259" y="1280160"/>
            <a:ext cx="1889699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2699" y="1463040"/>
            <a:ext cx="365760" cy="36576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99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99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U-Net mask + counts; feeds heatmap, PINN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9246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0998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0998" y="1280160"/>
            <a:ext cx="1889699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42438" y="1463040"/>
            <a:ext cx="365760" cy="36576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638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Qwen2.5-VL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2438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Gets the counts as text; 7B server, 3B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985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737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737" y="1280160"/>
            <a:ext cx="1889699" cy="54864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52177" y="1463040"/>
            <a:ext cx="365760" cy="365760"/>
          </a:xfrm>
          <a:prstGeom prst="ellipse">
            <a:avLst/>
          </a:prstGeom>
          <a:solidFill>
            <a:srgbClr val="D46A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377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6A00"/>
                </a:solidFill>
                <a:latin typeface="Arial"/>
              </a:defRPr>
            </a:pPr>
            <a:r>
              <a:rPr>
                <a:ea typeface="KaiTi"/>
              </a:rPr>
              <a:t>DisasTeller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177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Agents on our Qwen, no Gemini: works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8724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>
                <a:ea typeface="KaiT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0476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0476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61916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9116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16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Alerts, resource plan and survivability heatmap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New in 499B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Champion U-Net, heatmaps, PINN reverse simulation (research), DisasTeller swap, one container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CSE499A final presentation, future work; Raissi et al. (2019)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Runs end mid-Nov; integration follows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Sprint A–D and audit done</a:t>
            </a:r>
          </a:p>
        </p:txBody>
      </p:sp>
      <p:sp>
        <p:nvSpPr>
          <p:cNvPr id="8" name="Oval 7"/>
          <p:cNvSpPr/>
          <p:nvPr/>
        </p:nvSpPr>
        <p:spPr>
          <a:xfrm>
            <a:off x="34290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03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03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Champion runs; resolution unlocking</a:t>
            </a:r>
          </a:p>
        </p:txBody>
      </p:sp>
      <p:sp>
        <p:nvSpPr>
          <p:cNvPr id="11" name="Oval 10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Mid-Nov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R7 and Phase Gate; textual bridge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23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Nov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23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DisasTeller swap; heatmaps; xBD if needed</a:t>
            </a:r>
          </a:p>
        </p:txBody>
      </p:sp>
      <p:sp>
        <p:nvSpPr>
          <p:cNvPr id="17" name="Oval 16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Distillation, unified system,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proposed Fall 2026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Six risks, each with a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7" y="1280160"/>
            <a:ext cx="5364327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GPU quota: ~30 h/wk; a run ≈ 10 h (hit)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1783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R1, R6, E0 first; spread runs; resume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4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45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Champion misses Destroyed gate 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2545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Phase 2: xBD data or two-stage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07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07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Kaggle Python 3.13 broke pins (hit)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307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Pin API-critical libs; fail fast; smoke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VLM out of memory at high resolution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069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Inference-only unlock; single images; L4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831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31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3B student loses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831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Report retention; keep 7B as server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93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93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Hallucinated or unsafe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5593080"/>
            <a:ext cx="5364327" cy="762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Human review; flag low confidence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55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Group 5 risk register; (hit) = already occurred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499B hands in five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Champion U-Net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Checkpoint and a full E-protocol results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Hybrid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DisasterM3 benchmark re-scored against 499A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O3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Offline DisasTeller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On our fine-tuned Qwen2.5-VL, with damage map, counts, survivability heatmap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7136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O4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9768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Distilled 3B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9768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Qwen2.5-VL-3B for GPUs with about 6 GB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7720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349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0352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Final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0352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IEEE-format report, with code and checkpoints on Hugging 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8304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499B objectives O1–O4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Thank you ·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Decision support for responders, not a replacement for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75120"/>
            <a:ext cx="9601200" cy="16459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900">
                <a:solidFill>
                  <a:srgbClr val="666666"/>
                </a:solidFill>
                <a:latin typeface="Arial"/>
              </a:rPr>
              <a:t>Group 5 · Abdullah Al Noman · Tamanna Akter Mou · Aryan Sami · Ridita Afrin Riya · Abrar Mohammed Tanzim Alam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